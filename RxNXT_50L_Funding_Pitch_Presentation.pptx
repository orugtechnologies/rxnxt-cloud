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097280"/>
            <a:ext cx="4114800" cy="411480"/>
          </a:xfrm>
          <a:prstGeom prst="round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STAGE EXPANSION PITCH •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73736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Accelerating Indian Outpatient Clinics with Fast Under 30-Second Prescriptions,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Meta WhatsApp Care &amp; Live NMC Medical License Verification.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0" y="3749040"/>
            <a:ext cx="2743200" cy="10972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3886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GRANT COMPLETED
</a:t>
            </a:r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₹7.0 Lakhs (SISFS)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3749040"/>
            <a:ext cx="2743200" cy="10972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886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TARGET ASK
</a:t>
            </a:r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₹50.0 Lakhs (Debt/CCD)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863840" y="3749040"/>
            <a:ext cx="2743200" cy="10972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3886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INCUBATOR
</a:t>
            </a:r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SRiX (Warangal/Hyd)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ORUG Technologies Private Limited  •  founders@rxnxt.com  •  https://app.rxnxt.in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ORUG Technologies Pvt. Ltd. • Pitch Presentation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1. Market Problem &amp; Pain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Bottlenecks Crippling Indian Outpatient Clinics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of India's 1.3M+ doctors run standalone OPD practices burdened by administrative friction and patient drop-off.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Documentation
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5 Minutes Wasted
</a:t>
            </a:r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spend 3 to 5 minutes per patient typing into clunky software or scribbling on paper.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15468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3383280"/>
            <a:ext cx="50292" cy="502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33756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fatigue during peak 50+ patient footfall hours.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87552" y="3977640"/>
            <a:ext cx="50292" cy="502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93192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handwriting causes dangerous pharmacy dispensing errors.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7552" y="4572000"/>
            <a:ext cx="50292" cy="502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52628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EMRs are bulky enterprise clones that doctors abandon within 2 weeks.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87552" y="5166360"/>
            <a:ext cx="50292" cy="502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12064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standard dosage autofill for Indian generic and brand medicines.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8745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Non-Adherence
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45% Drop-Off
</a:t>
            </a:r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45% of patients forget medication schedules or abandon courses midway.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617720" y="315468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3383280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33756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slips get torn, lost, or ruined within 48 hours of consultation.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45152" y="3977640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93192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forget critical food timing (Before food vs. After dinner).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4572000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52628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diabetes/hypertension patients miss monthly refill dates.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5166360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512064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lose patient follow-up revenue because there is zero digital tracking.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18745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Liability
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NMC Gazette 2023
</a:t>
            </a:r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prescribing and generic non-compliance expose clinics to legal liability.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275320" y="315468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2752" y="3383280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333756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Medical Commission (NMC) mandates registered generic prescribing.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02752" y="3977640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393192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quackery: No live verification of doctor registration numbers.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02752" y="4572000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452628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audit trail linking clinical consultations to pharmacy dispensing.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02752" y="5166360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0768" y="5120640"/>
            <a:ext cx="277063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risk compliance audits without tamper-proof electronic records.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Market: 1.3M Doctors | 250,000+ Standalone Clinics across Tier 1, 2 &amp; 3 India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2. The RxNXT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Ultra-Fast, Zero-Bloat Clinical Operating System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to deliver complete digital prescriptions in under 30 seconds with 100% automated post-consultation care.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Under 30-Second Prescribing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51560" y="2240280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194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Scoring Search: Exact alias match (+100 pts), doctor favorite (+50 pts).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51560" y="262432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25786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Quick Chips: Dosage, duration, and food timing (1-0-1, 5 days, After meals).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051560" y="3008376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296265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Packs: 1-click loading of entire treatment sets (e.g. Viral Fever Protocol).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051560" y="3392424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334670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Cloning: Re-prescribes previous regimens for returning chronic patients in 2s.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17920" y="1691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Meta WhatsApp Automation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2240280"/>
            <a:ext cx="45720" cy="45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2194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Microservices: Direct enterprise integration with Meta WhatsApp Cloud API (v20.0).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37960" y="2624328"/>
            <a:ext cx="45720" cy="45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25786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PDF Delivery: Converts prescription into base64 and uploads to WhatsApp media.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37960" y="3008376"/>
            <a:ext cx="45720" cy="45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296265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Slot Nudges: Automated 3-slot daily schedules (8 AM, 1 PM, 8:30 PM).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37960" y="3392424"/>
            <a:ext cx="45720" cy="457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334670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Day-25 Refill Alerts: Proactive monthly reminders for diabetic &amp; hypertension care.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3977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Government NMC Verification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51560" y="4526280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4480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NMC REST API: Live verification against NMC &amp; 24+ State Medical Councils in ~0.4s.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051560" y="4910328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8646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Gating: Workspace creation blocked until government credentials confirmed.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51560" y="5294376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70432" y="524865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Profiles: Registered name, degrees (MBBS/MD), and council year auto-locked.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051560" y="5678424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70432" y="563270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Signature: Automatically bound to doctor profile and stamped on all PDFs.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3977640"/>
            <a:ext cx="5212080" cy="214884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PDF Engine (Zero Server CPU)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37960" y="4526280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56832" y="4480560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Client-Side Compilation: Prescriptions compile in doctor's web browser via jsPDF.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37960" y="4910328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486460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Server Compute Overhead: Eliminates headless Chrome/Puppeteer ($50-$100/mo).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37960" y="5294376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56832" y="524865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Horizontal Scalability: 5,000 doctors generating PDFs consumes 0% server CPU.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37960" y="5678424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563270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Letterhead: Automated clinic logo, registration credentials, and signature.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clinical friction while creating an unbreakable patient retention loop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3. Phase 1 (₹7L) Execution Proof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Delivery of Phase 1 Grant Objectives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initial ₹7.0 Lakhs SISFS grant was deployed to transform a prototype into a production cloud architecture.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Multi-Tenant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~0.4s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NMC Verify Latency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Sec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Prescription Time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961120" y="1691640"/>
            <a:ext cx="2468880" cy="868680"/>
          </a:xfrm>
          <a:prstGeom prst="roundRect">
            <a:avLst/>
          </a:prstGeom>
          <a:solidFill>
            <a:srgbClr val="121B2D"/>
          </a:solidFill>
          <a:ln w="12700">
            <a:solidFill>
              <a:srgbClr val="1E2C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7373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v20.0
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Cloud API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10698480" cy="338328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704088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Deliverable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&amp; Operational Outcome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DB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Migrated from local SQLite to Supabase Mumbai Cloud PostgreSQL (ap-south-1) with connection pooling.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NMC Government Verification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zero-cost REST query covering NMC + 24 State Councils. Mandatory registration gate.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WhatsApp Architecture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Graph API integration; eliminated Render microservice &amp; scrapers. Zero cold starts.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Receptionist Queue Sync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live queue connecting reception to doctor workspace with auto-resetting intake forms.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Progressive Web App (PWA)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Installable mobile PWA with thumb-accessible sticky footer for fast smartphone prescribing.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Grant successfully deployed with zero technical debt and clean production build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4. Business Model &amp; Unit Economics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Unbeatable High-Margin SaaS Architecture (75%–80% Gross Margin)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rapid Indian OPD adoption with near-zero marginal cost of hosting.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3-Tier Pricing Model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(SaaS BYOD)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₹9,999 / year (~₹833/mo)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solo clinic practitioners using laptop, tablet, or phone.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05840" y="3200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(Hardware Bundle)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₹24,999 One-Time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34747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Pre-configured 11" Android Kiosk Tablet + Stand + 1-Year SaaS subscription.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(Polyclinic Pack)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₹18,000 / year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438912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Multi-doctor clinic network with centralized reception &amp; pharmacy.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05840" y="5029200"/>
            <a:ext cx="4663440" cy="914400"/>
          </a:xfrm>
          <a:prstGeom prst="round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07492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"2-Patient" Psychological Pitch: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₹9,999/year (~₹833/month), writing just 2 to 3 consultations a month pays for the software. The remaining 500+ consultations are 100% pure profit.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1691640"/>
            <a:ext cx="52120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Single-Clinic Monthly Cost Breakdown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286000"/>
          <a:ext cx="4663440" cy="356616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Serverless API (Vercel Pro)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~₹60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 PostgreSQL DB (Supabase Pro)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~₹75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WhatsApp Utility API (~600 msgs @ ₹0.13)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~₹78 /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Client-Side PDF Generation (jsPDF)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/ mo (Zero CPU)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NMC Doctor Verification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/ mo (Direct REST)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B2D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HOSTING COST PER CLINIC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~₹213 / month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GROSS MARGIN (from ₹833 Revenue)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₹620 / mo (74.4%)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4E3B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software economics allows rapid reinvestment of cash flow into doctor acquisition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5. ₹50 Lakhs Use of Funds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of the ₹50 Lakhs Seed Expansion Capital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18-month commercial runway focused on clinic acquisition across Telangana and Andhra Pradesh.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₹20.0 L (40%)
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Sales &amp; Expansion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834640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788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Field Sales Reps in Hyderabad &amp; Warangal.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3401568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3558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CME sponsorships &amp; clinic demo booths.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3968496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92277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Onboard 150–200 paying OPD clinics.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6112" y="4535424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8970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incentive thermal printer bundles.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₹15.0 L (30%)
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 Roadmap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118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2834640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788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OPD Patient Billing &amp; Dynamic UPI POS.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39312" y="3401568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3558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In-clinic Pharmacy automatic inventory deduction.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39312" y="3968496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92277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Drug-Drug Interaction safety radar engine.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39312" y="4535424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48970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adherence web app (OTP login).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 L (16%)
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&amp; Compliance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550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2834640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788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Digital Mission (M1/M2/M3) integration.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82512" y="3401568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3558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ABHA Health ID creation for OPD patients.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82512" y="3968496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92277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&amp; ISO-27001 data compliance audits.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82512" y="4535424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48970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contracts &amp; hospital data governance.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961120" y="1691640"/>
            <a:ext cx="2468880" cy="365760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98280" y="18745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₹7.0 L (14%)
</a:t>
            </a:r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 &amp; Operations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098280" y="265176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25712" y="2834640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0" y="278892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cloud serverless hosting reserve.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25712" y="3401568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33558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Enterprise WABA messaging volume deposits.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125712" y="3968496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3922776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helpline &amp; training collateral.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25712" y="4535424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448970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accounting &amp; statutory filing.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6254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 RUNWAY MILESTONE: Reach 200 Paying Clinics by Month 12 → Generating ₹20,00,000 Annual Recurring Revenue (ARR). Cashflow breakeven expected at 120 clinics (Month 14).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capital efficiency: 70% of capital directly drives clinic acquisition and product monetization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6. 12-Month Execution 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Operational Milestones &amp; Traction Trajectory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measurable operational quarterly gates from 10 pilot clinics to 200 commercial deployments.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74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• MONTHS 1-3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Lock-In
</a:t>
            </a:r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Clinics (₹3.0L ARR)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3017520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971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30 active clinics across Warangal &amp; Hyderabad.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6112" y="3730752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8503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satisfaction NPS &gt; 70 with verified &lt; 30-second speed.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" y="4443984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3982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Tier 2 verification (10,000 messages/day capacity).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6112" y="5157216"/>
            <a:ext cx="45720" cy="457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11149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Clinical Adherence Whitepaper with SRiX.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874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• MONTHS 4-6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Scaling
</a:t>
            </a:r>
            <a:pPr algn="l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Clinics (₹7.5L ARR)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118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39312" y="3017520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971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field sales to Karimnagar, Nizamabad &amp; Khammam.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39312" y="3730752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68503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OPD Billing &amp; Dynamic UPI checkout POS.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39312" y="4443984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43982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Pharmacy stock inventory counter.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39312" y="5157216"/>
            <a:ext cx="45720" cy="457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511149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80%+ 30-day doctor retention rate.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74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• MONTHS 7-9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
</a:t>
            </a:r>
            <a:pPr algn="l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Clinics (₹13.0L ARR)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2512" y="3017520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2971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Andhra Pradesh (Vijayawada, Guntur, Vizag).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382512" y="3730752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368503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Ayushman Bharat (ABDM M1/M2) certified gateway.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382512" y="4443984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3982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AI Drug Interaction safety radar.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382512" y="5157216"/>
            <a:ext cx="45720" cy="457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511149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operating cash-flow breakeven (~120 clinics).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961120" y="1691640"/>
            <a:ext cx="24688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98280" y="187452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• MONTHS 10-12
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Scale
</a:t>
            </a:r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Clinics (₹20.0L ARR)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098280" y="2788920"/>
            <a:ext cx="219456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25712" y="3017520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35440" y="297180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active commercial clinics generating ₹20.0L ARR.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125712" y="3730752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35440" y="3685032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1.5 Million prescriptions dispatched via WhatsApp.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125712" y="4443984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5440" y="439826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institutional ₹2.5 Crore Series Pre-A round.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125712" y="5157216"/>
            <a:ext cx="45720" cy="45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5440" y="5111496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expansion into Karnataka (Bengaluru / Mysuru).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quarterly execution roadmap designed for measurable compliance and institutional audit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68880" y="365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7. Immediate Next Steps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365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08 of 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685800"/>
            <a:ext cx="106984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82296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Sprint to Unlock the ₹50L Funding Tranche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concrete tactical milestones to present undeniable traction to the incubator investment 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• DAYS 1 TO 10
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Live Pilots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0120" y="256032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788920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2743200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RxNXT in 10–15 local OPD clinics in Warangal &amp; Hyderabad.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87552" y="3593592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547872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SRiX health network &amp; local IMA chapters.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87552" y="4398264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352544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doctors write 15–25 digital prescriptions daily.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87552" y="5202936"/>
            <a:ext cx="50292" cy="502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5157216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direct doctor feedback on prescribing speed.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• DAYS 11 TO 20
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Verification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256032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45152" y="2788920"/>
            <a:ext cx="50292" cy="502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743200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DB: Total prescriptions written (&gt; 5,000 target).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45152" y="3593592"/>
            <a:ext cx="50292" cy="502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547872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clinical speed: Documented &lt; 30s per prescription.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4398264"/>
            <a:ext cx="50292" cy="502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4352544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delivery metrics: Show &gt; 94% WhatsApp reach rate.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45152" y="5202936"/>
            <a:ext cx="50292" cy="502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5157216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3 short video testimonials from active doctors.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46720" y="1691640"/>
            <a:ext cx="3383280" cy="4480560"/>
          </a:xfrm>
          <a:prstGeom prst="roundRect">
            <a:avLst/>
          </a:prstGeom>
          <a:solidFill>
            <a:srgbClr val="121B2D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1874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• DAYS 21 TO 30
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 &amp; Close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75320" y="2560320"/>
            <a:ext cx="2926080" cy="0"/>
          </a:xfrm>
          <a:prstGeom prst="line">
            <a:avLst/>
          </a:prstGeom>
          <a:noFill/>
          <a:ln w="9525">
            <a:solidFill>
              <a:srgbClr val="2A3B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02752" y="2788920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2743200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3–5 signed Letters of Intent (LOIs) or pilot advance fees.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302752" y="3593592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30768" y="3547872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verified metrics to SRiX Investment Board.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302752" y="4398264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4352544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 apply for SISFS Component 2 / DST Seed Fund.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02752" y="5202936"/>
            <a:ext cx="50292" cy="502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0768" y="5157216"/>
            <a:ext cx="2770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and disburse the ₹50 Lakhs seed expansion tranche.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velocity: Moving from grant completion to commercial revenue in 30 days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CLOUD  •  TRANSFORMING INDIAN OUTPATIENT CARE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Digitize Every Prescription Pad in India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prescriptions are lost, unreadable, and disconnect patients from care.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RxNXT makes prescribing faster than pen &amp; paper while automating post-consultation WhatsApp adherence.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3017520"/>
            <a:ext cx="8138160" cy="2468880"/>
          </a:xfrm>
          <a:prstGeom prst="roundRect">
            <a:avLst/>
          </a:prstGeom>
          <a:solidFill>
            <a:srgbClr val="121B2D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3200400"/>
            <a:ext cx="7589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The Investment Ask: ₹50.0 Lakhs Seed Expansion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₹50 Lakhs via SISFS Component 2 (Convertible Debenture / Debt) or DST NIDHI-SSS through SR Innovation Exchange (SRiX) Incubator.
</a:t>
            </a:r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completed Phase 1, proved the architecture, eliminated serverless costs, and locked in regulatory moats. We are ready to scale.
</a:t>
            </a:r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ORUG Technologies Pvt. Ltd.  •  founders@rxnxt.com  •  Warangal / Hyderabad  •  SRiX Incubator Cohort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698480" cy="0"/>
          </a:xfrm>
          <a:prstGeom prst="line">
            <a:avLst/>
          </a:prstGeom>
          <a:noFill/>
          <a:ln w="9525">
            <a:solidFill>
              <a:srgbClr val="1E2C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ORUG Technologies Pvt. Ltd. • Accelerating Healthcare Across India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• September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ORUG Technologies Pvt.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RxNXT Cloud — ₹50 Lakhs Seed Expansion Pitch Presentation</dc:title>
  <dc:subject>RxNXT Cloud — ₹50 Lakhs Seed Expansion Pitch Deck</dc:subject>
  <dc:creator>ORUG Technologies Pvt. Ltd.</dc:creator>
  <cp:lastModifiedBy>ORUG Technologies Pvt. Ltd.</cp:lastModifiedBy>
  <cp:revision>1</cp:revision>
  <dcterms:created xsi:type="dcterms:W3CDTF">2026-10-10T17:11:53Z</dcterms:created>
  <dcterms:modified xsi:type="dcterms:W3CDTF">2026-10-10T17:11:53Z</dcterms:modified>
</cp:coreProperties>
</file>